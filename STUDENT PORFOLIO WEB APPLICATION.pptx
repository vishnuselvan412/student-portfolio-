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DS" userId="1450086f875e60da" providerId="LiveId" clId="{A67234D5-F244-417D-8A58-D77CB844F338}"/>
    <pc:docChg chg="undo custSel addSld modSld sldOrd">
      <pc:chgData name="Vishnu DS" userId="1450086f875e60da" providerId="LiveId" clId="{A67234D5-F244-417D-8A58-D77CB844F338}" dt="2026-02-14T06:20:06.330" v="168" actId="1076"/>
      <pc:docMkLst>
        <pc:docMk/>
      </pc:docMkLst>
      <pc:sldChg chg="modSp mod">
        <pc:chgData name="Vishnu DS" userId="1450086f875e60da" providerId="LiveId" clId="{A67234D5-F244-417D-8A58-D77CB844F338}" dt="2026-02-14T05:07:40.631" v="144" actId="14100"/>
        <pc:sldMkLst>
          <pc:docMk/>
          <pc:sldMk cId="1605499801" sldId="256"/>
        </pc:sldMkLst>
        <pc:graphicFrameChg chg="mod modGraphic">
          <ac:chgData name="Vishnu DS" userId="1450086f875e60da" providerId="LiveId" clId="{A67234D5-F244-417D-8A58-D77CB844F338}" dt="2026-02-14T05:07:40.631" v="144" actId="14100"/>
          <ac:graphicFrameMkLst>
            <pc:docMk/>
            <pc:sldMk cId="1605499801" sldId="256"/>
            <ac:graphicFrameMk id="7" creationId="{DDCA79B6-CC93-3E57-E79E-D4A52150532A}"/>
          </ac:graphicFrameMkLst>
        </pc:graphicFrameChg>
      </pc:sldChg>
      <pc:sldChg chg="modSp mod">
        <pc:chgData name="Vishnu DS" userId="1450086f875e60da" providerId="LiveId" clId="{A67234D5-F244-417D-8A58-D77CB844F338}" dt="2026-02-14T03:17:19.918" v="5" actId="113"/>
        <pc:sldMkLst>
          <pc:docMk/>
          <pc:sldMk cId="2865220643" sldId="257"/>
        </pc:sldMkLst>
        <pc:spChg chg="mod">
          <ac:chgData name="Vishnu DS" userId="1450086f875e60da" providerId="LiveId" clId="{A67234D5-F244-417D-8A58-D77CB844F338}" dt="2026-02-14T03:17:19.918" v="5" actId="113"/>
          <ac:spMkLst>
            <pc:docMk/>
            <pc:sldMk cId="2865220643" sldId="257"/>
            <ac:spMk id="3" creationId="{ECAF5F3B-7F04-50F6-006D-598AF76249A9}"/>
          </ac:spMkLst>
        </pc:spChg>
      </pc:sldChg>
      <pc:sldChg chg="modSp mod">
        <pc:chgData name="Vishnu DS" userId="1450086f875e60da" providerId="LiveId" clId="{A67234D5-F244-417D-8A58-D77CB844F338}" dt="2026-02-14T03:17:29.055" v="7" actId="113"/>
        <pc:sldMkLst>
          <pc:docMk/>
          <pc:sldMk cId="1728392000" sldId="258"/>
        </pc:sldMkLst>
        <pc:spChg chg="mod">
          <ac:chgData name="Vishnu DS" userId="1450086f875e60da" providerId="LiveId" clId="{A67234D5-F244-417D-8A58-D77CB844F338}" dt="2026-02-14T03:17:29.055" v="7" actId="113"/>
          <ac:spMkLst>
            <pc:docMk/>
            <pc:sldMk cId="1728392000" sldId="258"/>
            <ac:spMk id="3" creationId="{49E43920-1979-6C41-D624-9354B510B9F0}"/>
          </ac:spMkLst>
        </pc:spChg>
      </pc:sldChg>
      <pc:sldChg chg="modSp mod">
        <pc:chgData name="Vishnu DS" userId="1450086f875e60da" providerId="LiveId" clId="{A67234D5-F244-417D-8A58-D77CB844F338}" dt="2026-02-14T05:04:09.082" v="65" actId="20577"/>
        <pc:sldMkLst>
          <pc:docMk/>
          <pc:sldMk cId="662104542" sldId="259"/>
        </pc:sldMkLst>
        <pc:spChg chg="mod">
          <ac:chgData name="Vishnu DS" userId="1450086f875e60da" providerId="LiveId" clId="{A67234D5-F244-417D-8A58-D77CB844F338}" dt="2026-02-14T05:04:09.082" v="65" actId="20577"/>
          <ac:spMkLst>
            <pc:docMk/>
            <pc:sldMk cId="662104542" sldId="259"/>
            <ac:spMk id="3" creationId="{071A3705-E841-F651-5BB8-DC015232D97A}"/>
          </ac:spMkLst>
        </pc:spChg>
      </pc:sldChg>
      <pc:sldChg chg="modSp mod">
        <pc:chgData name="Vishnu DS" userId="1450086f875e60da" providerId="LiveId" clId="{A67234D5-F244-417D-8A58-D77CB844F338}" dt="2026-02-14T04:49:36.232" v="39" actId="20577"/>
        <pc:sldMkLst>
          <pc:docMk/>
          <pc:sldMk cId="332161883" sldId="260"/>
        </pc:sldMkLst>
        <pc:spChg chg="mod">
          <ac:chgData name="Vishnu DS" userId="1450086f875e60da" providerId="LiveId" clId="{A67234D5-F244-417D-8A58-D77CB844F338}" dt="2026-02-14T04:49:36.232" v="39" actId="20577"/>
          <ac:spMkLst>
            <pc:docMk/>
            <pc:sldMk cId="332161883" sldId="260"/>
            <ac:spMk id="3" creationId="{08600FCB-62BD-361C-BA92-FC37E0213D5B}"/>
          </ac:spMkLst>
        </pc:spChg>
      </pc:sldChg>
      <pc:sldChg chg="modSp mod">
        <pc:chgData name="Vishnu DS" userId="1450086f875e60da" providerId="LiveId" clId="{A67234D5-F244-417D-8A58-D77CB844F338}" dt="2026-02-14T03:17:54.922" v="9" actId="113"/>
        <pc:sldMkLst>
          <pc:docMk/>
          <pc:sldMk cId="472428886" sldId="261"/>
        </pc:sldMkLst>
        <pc:spChg chg="mod">
          <ac:chgData name="Vishnu DS" userId="1450086f875e60da" providerId="LiveId" clId="{A67234D5-F244-417D-8A58-D77CB844F338}" dt="2026-02-14T03:17:54.922" v="9" actId="113"/>
          <ac:spMkLst>
            <pc:docMk/>
            <pc:sldMk cId="472428886" sldId="261"/>
            <ac:spMk id="3" creationId="{3E9A44A3-D205-7095-5E1B-9916A58887A3}"/>
          </ac:spMkLst>
        </pc:spChg>
      </pc:sldChg>
      <pc:sldChg chg="modSp mod">
        <pc:chgData name="Vishnu DS" userId="1450086f875e60da" providerId="LiveId" clId="{A67234D5-F244-417D-8A58-D77CB844F338}" dt="2026-02-14T03:18:04.266" v="11" actId="5793"/>
        <pc:sldMkLst>
          <pc:docMk/>
          <pc:sldMk cId="3926592742" sldId="262"/>
        </pc:sldMkLst>
        <pc:spChg chg="mod">
          <ac:chgData name="Vishnu DS" userId="1450086f875e60da" providerId="LiveId" clId="{A67234D5-F244-417D-8A58-D77CB844F338}" dt="2026-02-14T03:18:04.266" v="11" actId="5793"/>
          <ac:spMkLst>
            <pc:docMk/>
            <pc:sldMk cId="3926592742" sldId="262"/>
            <ac:spMk id="3" creationId="{27D58D86-447C-AFBE-849A-6226269AE657}"/>
          </ac:spMkLst>
        </pc:spChg>
      </pc:sldChg>
      <pc:sldChg chg="modSp mod">
        <pc:chgData name="Vishnu DS" userId="1450086f875e60da" providerId="LiveId" clId="{A67234D5-F244-417D-8A58-D77CB844F338}" dt="2026-02-14T03:18:23.102" v="15" actId="14100"/>
        <pc:sldMkLst>
          <pc:docMk/>
          <pc:sldMk cId="672884090" sldId="263"/>
        </pc:sldMkLst>
        <pc:spChg chg="mod">
          <ac:chgData name="Vishnu DS" userId="1450086f875e60da" providerId="LiveId" clId="{A67234D5-F244-417D-8A58-D77CB844F338}" dt="2026-02-14T03:18:23.102" v="15" actId="14100"/>
          <ac:spMkLst>
            <pc:docMk/>
            <pc:sldMk cId="672884090" sldId="263"/>
            <ac:spMk id="7" creationId="{5684D09D-42E9-9058-B253-FDC5F7B3B5E9}"/>
          </ac:spMkLst>
        </pc:spChg>
        <pc:picChg chg="mod">
          <ac:chgData name="Vishnu DS" userId="1450086f875e60da" providerId="LiveId" clId="{A67234D5-F244-417D-8A58-D77CB844F338}" dt="2026-02-14T03:18:17.797" v="14" actId="1076"/>
          <ac:picMkLst>
            <pc:docMk/>
            <pc:sldMk cId="672884090" sldId="263"/>
            <ac:picMk id="9" creationId="{FB2FBC6E-F42C-B893-AE04-0E285FA946C2}"/>
          </ac:picMkLst>
        </pc:picChg>
      </pc:sldChg>
      <pc:sldChg chg="modSp mod ord">
        <pc:chgData name="Vishnu DS" userId="1450086f875e60da" providerId="LiveId" clId="{A67234D5-F244-417D-8A58-D77CB844F338}" dt="2026-02-14T03:19:59.911" v="30"/>
        <pc:sldMkLst>
          <pc:docMk/>
          <pc:sldMk cId="2315700458" sldId="264"/>
        </pc:sldMkLst>
        <pc:spChg chg="mod">
          <ac:chgData name="Vishnu DS" userId="1450086f875e60da" providerId="LiveId" clId="{A67234D5-F244-417D-8A58-D77CB844F338}" dt="2026-02-14T03:18:56.273" v="22" actId="15"/>
          <ac:spMkLst>
            <pc:docMk/>
            <pc:sldMk cId="2315700458" sldId="264"/>
            <ac:spMk id="3" creationId="{F651642A-C3BF-2D78-5E36-8B2CA6C891C6}"/>
          </ac:spMkLst>
        </pc:spChg>
      </pc:sldChg>
      <pc:sldChg chg="addSp delSp modSp new mod">
        <pc:chgData name="Vishnu DS" userId="1450086f875e60da" providerId="LiveId" clId="{A67234D5-F244-417D-8A58-D77CB844F338}" dt="2026-02-14T06:20:06.330" v="168" actId="1076"/>
        <pc:sldMkLst>
          <pc:docMk/>
          <pc:sldMk cId="287598489" sldId="266"/>
        </pc:sldMkLst>
        <pc:spChg chg="mod">
          <ac:chgData name="Vishnu DS" userId="1450086f875e60da" providerId="LiveId" clId="{A67234D5-F244-417D-8A58-D77CB844F338}" dt="2026-02-14T06:20:06.330" v="168" actId="1076"/>
          <ac:spMkLst>
            <pc:docMk/>
            <pc:sldMk cId="287598489" sldId="266"/>
            <ac:spMk id="2" creationId="{7BD04CD0-A90B-4A77-95AF-3B7BFF297467}"/>
          </ac:spMkLst>
        </pc:spChg>
        <pc:spChg chg="del">
          <ac:chgData name="Vishnu DS" userId="1450086f875e60da" providerId="LiveId" clId="{A67234D5-F244-417D-8A58-D77CB844F338}" dt="2026-02-14T06:18:00.382" v="147" actId="22"/>
          <ac:spMkLst>
            <pc:docMk/>
            <pc:sldMk cId="287598489" sldId="266"/>
            <ac:spMk id="3" creationId="{58EEBEE0-5C3F-127B-2C44-9B0537F76043}"/>
          </ac:spMkLst>
        </pc:spChg>
        <pc:picChg chg="add mod ord">
          <ac:chgData name="Vishnu DS" userId="1450086f875e60da" providerId="LiveId" clId="{A67234D5-F244-417D-8A58-D77CB844F338}" dt="2026-02-14T06:20:00.812" v="166" actId="1076"/>
          <ac:picMkLst>
            <pc:docMk/>
            <pc:sldMk cId="287598489" sldId="266"/>
            <ac:picMk id="5" creationId="{293508F4-593C-BCCD-6056-E2FBB67526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644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9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743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751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505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401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857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94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962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374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1624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955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343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8951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2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061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572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46F8E-CFBC-4DCD-AED3-7F6309722315}" type="datetimeFigureOut">
              <a:rPr lang="en-ID" smtClean="0"/>
              <a:t>14/02/2026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50E2-18EF-42E1-B563-9AA8FFA90C9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5235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5480050/authors#authors" TargetMode="External"/><Relationship Id="rId2" Type="http://schemas.openxmlformats.org/officeDocument/2006/relationships/hyperlink" Target="https://www.ceeol.com/search/article-detail?id=1043368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87D1-9B34-CBD2-C206-B888ED245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504" y="2578608"/>
            <a:ext cx="8549640" cy="172821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STUDENT PORFOLIO WEB APPLICATION</a:t>
            </a:r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CA79B6-CC93-3E57-E79E-D4A521505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45622"/>
              </p:ext>
            </p:extLst>
          </p:nvPr>
        </p:nvGraphicFramePr>
        <p:xfrm>
          <a:off x="8293608" y="5522976"/>
          <a:ext cx="374904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167938761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lang="en-US" dirty="0"/>
                        <a:t>    VISHNU SELVAN</a:t>
                      </a:r>
                      <a:br>
                        <a:rPr lang="en-US" dirty="0"/>
                      </a:br>
                      <a:r>
                        <a:rPr lang="en-US" dirty="0"/>
                        <a:t>    7376232AG152</a:t>
                      </a:r>
                    </a:p>
                    <a:p>
                      <a:r>
                        <a:rPr lang="en-US" dirty="0"/>
                        <a:t>    AGRICULTURE ENGINEERING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70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9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F5F3B-7F04-50F6-006D-598AF7624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967" y="1572768"/>
            <a:ext cx="10353762" cy="32278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INTRODUCTION:</a:t>
            </a:r>
          </a:p>
          <a:p>
            <a:pPr lvl="1"/>
            <a:r>
              <a:rPr lang="en-US" dirty="0"/>
              <a:t>The Student Portfolio Builder is a website that helps students create their own professional portfolio easily. </a:t>
            </a:r>
          </a:p>
          <a:p>
            <a:pPr lvl="1"/>
            <a:r>
              <a:rPr lang="en-US" dirty="0"/>
              <a:t>In today’s world, having an online portfolio is important to show skills, projects, and achievements.</a:t>
            </a:r>
          </a:p>
          <a:p>
            <a:pPr lvl="1"/>
            <a:r>
              <a:rPr lang="en-US" dirty="0"/>
              <a:t> This project gives students a simple and easy platform where they can enter their details and quickly create a clean and structured portfolio using modern web technologies.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6522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642A-C3BF-2D78-5E36-8B2CA6C89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484632"/>
            <a:ext cx="11466576" cy="5306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LITERATURE SURVEY:</a:t>
            </a:r>
          </a:p>
          <a:p>
            <a:pPr marL="0" indent="0">
              <a:buNone/>
            </a:pPr>
            <a:r>
              <a:rPr lang="en-US" sz="1200" b="1" dirty="0"/>
              <a:t>  1) The Use of Students’ Portfolio within the Assessment Process at University Level during the Covid-19 Pandemic – Maria Carmen </a:t>
            </a:r>
            <a:r>
              <a:rPr lang="en-US" sz="1200" b="1" dirty="0" err="1"/>
              <a:t>Țiru</a:t>
            </a:r>
            <a:endParaRPr lang="en-US" sz="1200" dirty="0"/>
          </a:p>
          <a:p>
            <a:pPr lvl="1"/>
            <a:r>
              <a:rPr lang="en-US" sz="1200" dirty="0"/>
              <a:t>This study examines the role of student portfolios in university assessment during the COVID-19 pandemic. It concludes that e-portfolios are effective formative assessment tools that help students demonstrate knowledge, subject-specific skills, and professional competencies while improving teaching and learning outcomes.</a:t>
            </a:r>
            <a:endParaRPr lang="en-ID" sz="1200" dirty="0"/>
          </a:p>
          <a:p>
            <a:pPr lvl="1"/>
            <a:r>
              <a:rPr lang="en-ID" sz="1200" dirty="0"/>
              <a:t>LINK: </a:t>
            </a:r>
            <a:r>
              <a:rPr lang="en-ID" sz="1200" dirty="0">
                <a:hlinkClick r:id="rId2"/>
              </a:rPr>
              <a:t>CEEOL - Article Detail</a:t>
            </a:r>
            <a:r>
              <a:rPr lang="en-ID" sz="1200" dirty="0"/>
              <a:t>   </a:t>
            </a:r>
          </a:p>
          <a:p>
            <a:pPr marL="0" indent="0">
              <a:buNone/>
            </a:pPr>
            <a:r>
              <a:rPr lang="en-ID" sz="1400" b="1" dirty="0"/>
              <a:t>  2)</a:t>
            </a:r>
            <a:r>
              <a:rPr lang="en-US" sz="1400" b="1" dirty="0"/>
              <a:t> e-Portfolio: A Tool to Assess University Students' Skills – Silvia Rodriguez-Donaire, Beatriz Amante García, and Sonia         Oliver del Olmo (IEEE)</a:t>
            </a:r>
            <a:endParaRPr lang="en-US" sz="1400" dirty="0"/>
          </a:p>
          <a:p>
            <a:pPr lvl="1"/>
            <a:r>
              <a:rPr lang="en-US" sz="1200" dirty="0"/>
              <a:t>This study investigates the implementation of e-portfolios in engineering education at the Polytechnic University of Catalonia. The results show that e-portfolios act as an effective complementary assessment tool and help in continuously monitoring students’ competency development throughout their academic programs.</a:t>
            </a:r>
          </a:p>
          <a:p>
            <a:pPr lvl="1"/>
            <a:r>
              <a:rPr lang="en-US" sz="1200" dirty="0"/>
              <a:t>Link:</a:t>
            </a:r>
            <a:r>
              <a:rPr lang="en-US" sz="1200" dirty="0">
                <a:hlinkClick r:id="rId3"/>
              </a:rPr>
              <a:t> e-Portfolio: A tool to assess university students' skills | IEEE Conference Publication | IEEE Xplore</a:t>
            </a:r>
            <a:endParaRPr lang="en-US" sz="12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From the reviewed studies, it is evident that e-portfolio systems enhance assessment processes, improve skill tracking, and support competency-based education. However, most existing implementations focus mainly on evaluation within academic institutions. This creates an opportunity to design a student-centered portfolio builder that not only supports assessment but also enables students to showcase their skills professionally for career opportunities..</a:t>
            </a:r>
            <a:endParaRPr lang="en-ID" sz="1400" b="1" dirty="0"/>
          </a:p>
        </p:txBody>
      </p:sp>
    </p:spTree>
    <p:extLst>
      <p:ext uri="{BB962C8B-B14F-4D97-AF65-F5344CB8AC3E}">
        <p14:creationId xmlns:p14="http://schemas.microsoft.com/office/powerpoint/2010/main" val="231570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43920-1979-6C41-D624-9354B510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94944"/>
            <a:ext cx="10353762" cy="50962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pPr lvl="1"/>
            <a:r>
              <a:rPr lang="en-US" dirty="0"/>
              <a:t>In today’s competitive academic and professional environment, students are expected to present their skills and achievements in a structured and professional manner</a:t>
            </a:r>
          </a:p>
          <a:p>
            <a:pPr lvl="1"/>
            <a:r>
              <a:rPr lang="en-US" dirty="0"/>
              <a:t>Existing solutions often require paid subscriptions, advanced customization skills, or offer limited flexibility. As a result, students struggle to build personalized portfolios that effectively represent their abilities.</a:t>
            </a:r>
          </a:p>
          <a:p>
            <a:pPr lvl="1"/>
            <a:r>
              <a:rPr lang="en-US" dirty="0"/>
              <a:t>Therefore, there is a need for a user-friendly, efficient, and accessible web-based system that enables students to create and manage professional portfolio websites easily, without requiring extensive technical knowledge. </a:t>
            </a:r>
          </a:p>
          <a:p>
            <a:pPr lvl="1"/>
            <a:r>
              <a:rPr lang="en-US" dirty="0"/>
              <a:t>The proposed Student Portfolio Builder addresses this need by providing a streamlined interface, real-time preview functionality, and structured data management to help students showcase their profiles effectively.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839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3705-E841-F651-5BB8-DC015232D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31" y="512064"/>
            <a:ext cx="10353762" cy="5824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Tech Stack - </a:t>
            </a:r>
            <a:r>
              <a:rPr lang="en-ID" dirty="0"/>
              <a:t>The Student Portfolio Builder is developed using the following technologies:</a:t>
            </a:r>
          </a:p>
          <a:p>
            <a:pPr marL="0" indent="0">
              <a:buNone/>
            </a:pPr>
            <a:r>
              <a:rPr lang="en-ID" b="1" dirty="0"/>
              <a:t> Frontend</a:t>
            </a:r>
          </a:p>
          <a:p>
            <a:pPr lvl="1"/>
            <a:r>
              <a:rPr lang="en-ID" b="1" dirty="0"/>
              <a:t>HTML</a:t>
            </a:r>
            <a:r>
              <a:rPr lang="en-ID" dirty="0"/>
              <a:t> – Used to create the structure of the website</a:t>
            </a:r>
          </a:p>
          <a:p>
            <a:pPr lvl="1"/>
            <a:r>
              <a:rPr lang="en-ID" b="1" dirty="0"/>
              <a:t>CSS</a:t>
            </a:r>
            <a:r>
              <a:rPr lang="en-ID" dirty="0"/>
              <a:t> – Used for styling and responsive design</a:t>
            </a:r>
          </a:p>
          <a:p>
            <a:pPr lvl="1"/>
            <a:r>
              <a:rPr lang="en-ID" b="1" dirty="0"/>
              <a:t>JavaScript</a:t>
            </a:r>
            <a:r>
              <a:rPr lang="en-ID" dirty="0"/>
              <a:t> – Used for dynamic content and live updates</a:t>
            </a:r>
          </a:p>
          <a:p>
            <a:pPr marL="0" indent="0">
              <a:buNone/>
            </a:pPr>
            <a:r>
              <a:rPr lang="en-ID" b="1" dirty="0"/>
              <a:t>Backend</a:t>
            </a:r>
          </a:p>
          <a:p>
            <a:pPr lvl="1"/>
            <a:r>
              <a:rPr lang="en-ID" b="1" dirty="0"/>
              <a:t>Python</a:t>
            </a:r>
            <a:r>
              <a:rPr lang="en-ID" dirty="0"/>
              <a:t> – Used for server-side logic</a:t>
            </a:r>
          </a:p>
          <a:p>
            <a:pPr lvl="1"/>
            <a:r>
              <a:rPr lang="en-ID" b="1" dirty="0"/>
              <a:t>Flask / Django</a:t>
            </a:r>
            <a:r>
              <a:rPr lang="en-ID" dirty="0"/>
              <a:t> – Web framework for handling requests and APIs</a:t>
            </a:r>
          </a:p>
          <a:p>
            <a:pPr marL="0" indent="0">
              <a:buNone/>
            </a:pPr>
            <a:r>
              <a:rPr lang="en-ID" b="1" dirty="0"/>
              <a:t>Database</a:t>
            </a:r>
          </a:p>
          <a:p>
            <a:pPr lvl="1"/>
            <a:r>
              <a:rPr lang="en-ID" b="1" dirty="0"/>
              <a:t>MySQL </a:t>
            </a:r>
            <a:r>
              <a:rPr lang="en-ID" dirty="0"/>
              <a:t>– Used to store user portfolio data</a:t>
            </a:r>
          </a:p>
          <a:p>
            <a:pPr marL="0" indent="0">
              <a:buNone/>
            </a:pPr>
            <a:r>
              <a:rPr lang="en-ID" b="1" dirty="0"/>
              <a:t>Version Control</a:t>
            </a:r>
          </a:p>
          <a:p>
            <a:pPr lvl="1"/>
            <a:r>
              <a:rPr lang="en-ID" b="1" dirty="0"/>
              <a:t>Git &amp; GitHub</a:t>
            </a:r>
            <a:r>
              <a:rPr lang="en-ID" dirty="0"/>
              <a:t> – Used for code management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66210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0FCB-62BD-361C-BA92-FC37E0213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65760"/>
            <a:ext cx="10353762" cy="5971032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b="1" dirty="0"/>
              <a:t>SYSTEM ARCHITECTURE:</a:t>
            </a:r>
          </a:p>
          <a:p>
            <a:pPr marL="0" indent="0" algn="ctr">
              <a:buNone/>
            </a:pPr>
            <a:r>
              <a:rPr lang="en-US" dirty="0"/>
              <a:t>        User (Browser)</a:t>
            </a:r>
          </a:p>
          <a:p>
            <a:pPr marL="0" indent="0" algn="ctr">
              <a:buNone/>
            </a:pPr>
            <a:r>
              <a:rPr lang="en-US" dirty="0"/>
              <a:t>        ↓</a:t>
            </a:r>
          </a:p>
          <a:p>
            <a:pPr marL="0" indent="0" algn="ctr">
              <a:buNone/>
            </a:pPr>
            <a:r>
              <a:rPr lang="en-US" dirty="0"/>
              <a:t>        Frontend (HTML, CSS, JS)</a:t>
            </a:r>
          </a:p>
          <a:p>
            <a:pPr marL="0" indent="0" algn="ctr">
              <a:buNone/>
            </a:pPr>
            <a:r>
              <a:rPr lang="en-US" dirty="0"/>
              <a:t>         ↓</a:t>
            </a:r>
          </a:p>
          <a:p>
            <a:pPr marL="0" indent="0" algn="ctr">
              <a:buNone/>
            </a:pPr>
            <a:r>
              <a:rPr lang="en-US" dirty="0"/>
              <a:t>      Firebase Authentication (Google Auth)</a:t>
            </a:r>
          </a:p>
          <a:p>
            <a:pPr marL="0" indent="0" algn="ctr">
              <a:buNone/>
            </a:pPr>
            <a:r>
              <a:rPr lang="en-US" dirty="0"/>
              <a:t>           ↓</a:t>
            </a:r>
          </a:p>
          <a:p>
            <a:pPr marL="0" indent="0" algn="ctr">
              <a:buNone/>
            </a:pPr>
            <a:r>
              <a:rPr lang="en-US" dirty="0"/>
              <a:t>      Backend Server (Python - Flask/Django)</a:t>
            </a:r>
          </a:p>
          <a:p>
            <a:pPr marL="0" indent="0" algn="ctr">
              <a:buNone/>
            </a:pPr>
            <a:r>
              <a:rPr lang="en-US" dirty="0"/>
              <a:t>             ↓</a:t>
            </a:r>
          </a:p>
          <a:p>
            <a:pPr marL="0" indent="0" algn="ctr">
              <a:buNone/>
            </a:pPr>
            <a:r>
              <a:rPr lang="en-US" dirty="0"/>
              <a:t>         Database</a:t>
            </a:r>
          </a:p>
          <a:p>
            <a:pPr marL="0" indent="0" algn="ctr">
              <a:buNone/>
            </a:pPr>
            <a:r>
              <a:rPr lang="en-US" dirty="0"/>
              <a:t>        (Firebase /  SQL)</a:t>
            </a:r>
          </a:p>
        </p:txBody>
      </p:sp>
    </p:spTree>
    <p:extLst>
      <p:ext uri="{BB962C8B-B14F-4D97-AF65-F5344CB8AC3E}">
        <p14:creationId xmlns:p14="http://schemas.microsoft.com/office/powerpoint/2010/main" val="33216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A44A3-D205-7095-5E1B-9916A588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502920"/>
            <a:ext cx="11384280" cy="606247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ER DIAGRAM: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4461F-46D1-59FF-960B-1844AF57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" y="1110174"/>
            <a:ext cx="11140440" cy="517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2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8D86-447C-AFBE-849A-6226269AE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02336"/>
            <a:ext cx="10353762" cy="53888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/>
              <a:t>WORK FLOW:</a:t>
            </a:r>
          </a:p>
          <a:p>
            <a:pPr marL="457200" lvl="1" indent="0" algn="ctr">
              <a:buNone/>
            </a:pPr>
            <a:r>
              <a:rPr lang="en-ID" b="1" dirty="0"/>
              <a:t>Start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User Visits Website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Login / Sign Up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Authentication (Firebase / Backend)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Fill Portfolio Details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Submit Data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Backend API Processing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Store in MySQL Database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Generate Portfolio View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Display to User</a:t>
            </a:r>
          </a:p>
          <a:p>
            <a:pPr marL="457200" lvl="1" indent="0" algn="ctr">
              <a:buNone/>
            </a:pPr>
            <a:r>
              <a:rPr lang="en-ID" b="1" dirty="0"/>
              <a:t>  ↓</a:t>
            </a:r>
          </a:p>
          <a:p>
            <a:pPr marL="457200" lvl="1" indent="0" algn="ctr">
              <a:buNone/>
            </a:pPr>
            <a:r>
              <a:rPr lang="en-ID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2659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84D09D-42E9-9058-B253-FDC5F7B3B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420624"/>
            <a:ext cx="10956661" cy="53705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GITHUB:</a:t>
            </a:r>
          </a:p>
          <a:p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FBC6E-F42C-B893-AE04-0E285FA94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066800"/>
            <a:ext cx="10506456" cy="55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8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4CD0-A90B-4A77-95AF-3B7BFF29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15" y="437002"/>
            <a:ext cx="2670653" cy="569976"/>
          </a:xfrm>
        </p:spPr>
        <p:txBody>
          <a:bodyPr>
            <a:normAutofit/>
          </a:bodyPr>
          <a:lstStyle/>
          <a:p>
            <a:r>
              <a:rPr lang="en-US" sz="2800" dirty="0"/>
              <a:t>FRONT END:</a:t>
            </a:r>
            <a:endParaRPr lang="en-ID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3508F4-593C-BCCD-6056-E2FBB6752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272" y="1179577"/>
            <a:ext cx="10689336" cy="524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22FE-219C-2991-1ADB-8A803B9D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619" y="2337816"/>
            <a:ext cx="10353761" cy="1326321"/>
          </a:xfrm>
        </p:spPr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97034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340</TotalTime>
  <Words>634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Rockwell</vt:lpstr>
      <vt:lpstr>Damask</vt:lpstr>
      <vt:lpstr>STUDENT PORFOLIO WEB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 END: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DS</dc:creator>
  <cp:lastModifiedBy>Vishnu DS</cp:lastModifiedBy>
  <cp:revision>1</cp:revision>
  <dcterms:created xsi:type="dcterms:W3CDTF">2026-02-12T03:48:19Z</dcterms:created>
  <dcterms:modified xsi:type="dcterms:W3CDTF">2026-02-14T06:20:11Z</dcterms:modified>
</cp:coreProperties>
</file>